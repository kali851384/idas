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391A8A28-9528-44FB-A4A1-2AE4EF654196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CE91"/>
    <a:srgbClr val="CFCFCF"/>
    <a:srgbClr val="57D197"/>
    <a:srgbClr val="54D46F"/>
    <a:srgbClr val="9ECC9C"/>
    <a:srgbClr val="91CE8E"/>
    <a:srgbClr val="9CE6AB"/>
    <a:srgbClr val="58FF78"/>
    <a:srgbClr val="89F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jarne Lippels" userId="2b38a9f7accea29f" providerId="LiveId" clId="{97EC7286-F875-4A15-9C99-47233E22270B}"/>
    <pc:docChg chg="custSel modSld">
      <pc:chgData name="Bjarne Lippels" userId="2b38a9f7accea29f" providerId="LiveId" clId="{97EC7286-F875-4A15-9C99-47233E22270B}" dt="2026-01-22T09:02:07.282" v="1" actId="478"/>
      <pc:docMkLst>
        <pc:docMk/>
      </pc:docMkLst>
      <pc:sldChg chg="delSp mod">
        <pc:chgData name="Bjarne Lippels" userId="2b38a9f7accea29f" providerId="LiveId" clId="{97EC7286-F875-4A15-9C99-47233E22270B}" dt="2026-01-22T09:02:07.282" v="1" actId="478"/>
        <pc:sldMkLst>
          <pc:docMk/>
          <pc:sldMk cId="3928041169" sldId="256"/>
        </pc:sldMkLst>
        <pc:spChg chg="del">
          <ac:chgData name="Bjarne Lippels" userId="2b38a9f7accea29f" providerId="LiveId" clId="{97EC7286-F875-4A15-9C99-47233E22270B}" dt="2026-01-22T09:02:07.282" v="1" actId="478"/>
          <ac:spMkLst>
            <pc:docMk/>
            <pc:sldMk cId="3928041169" sldId="256"/>
            <ac:spMk id="5" creationId="{E5DB604D-2712-F782-2834-148657DC025C}"/>
          </ac:spMkLst>
        </pc:spChg>
        <pc:spChg chg="del">
          <ac:chgData name="Bjarne Lippels" userId="2b38a9f7accea29f" providerId="LiveId" clId="{97EC7286-F875-4A15-9C99-47233E22270B}" dt="2026-01-22T09:02:04.276" v="0" actId="478"/>
          <ac:spMkLst>
            <pc:docMk/>
            <pc:sldMk cId="3928041169" sldId="256"/>
            <ac:spMk id="7" creationId="{8219F183-C94F-1B77-9E52-FA81DDBD7D7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9A9625-E23C-4A7F-B366-ECD3BDECCABF}" type="datetimeFigureOut">
              <a:rPr lang="de-DE" smtClean="0"/>
              <a:t>22.01.2026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D4C2F-68F0-49FA-A64A-711C1A5FDF7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0796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DD4C2F-68F0-49FA-A64A-711C1A5FDF7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5149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911B3-041B-0C6B-469B-5955C80E8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04ABB-F0BF-37F9-B4D4-752014300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60F27-8923-E21F-06D7-7B0B93D2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6C85-28DA-4A92-A7B4-0A7AB266F5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2ED25-0863-2F89-AACC-B8E9C99F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DA4DF-FE3E-C133-C3BA-4AEC71FF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7058-E367-439B-A57B-F8E37798CB3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20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5F88-A928-D8D3-1BBE-B8F982273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6E86-D9EB-A522-CA10-483526A9A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54E22-F5BC-5C0F-A7B1-620702E3A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6C85-28DA-4A92-A7B4-0A7AB266F5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CD8E3-F77B-B0E7-E4DD-CC8259B46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ABEC7-3822-4F04-E7E3-52D372907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7058-E367-439B-A57B-F8E37798CB3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45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8A0E4-EAC9-31D6-5C52-5355E816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A3C16-6E77-9058-422C-C61EF4AF0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16409-76EF-2EEA-9CCF-ADE63CE09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6C85-28DA-4A92-A7B4-0A7AB266F5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8C632-42EC-8772-BC93-889C5CE8B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6CB14-3CA4-3180-5386-C61989F3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7058-E367-439B-A57B-F8E37798CB3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01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D668F-8D04-0ECF-EEF4-849E81FBD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E1A9A-7DF5-C6A2-86F6-85ECE6A40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4CC86-C68C-110F-8515-E0D130C4F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E9FBC-0DF2-DCAC-5360-B62C4B3DE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6C85-28DA-4A92-A7B4-0A7AB266F5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D57D2-2360-449F-079C-B9AB7D957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74E76-0DB9-3DAD-B17A-BE6FFB15A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7058-E367-439B-A57B-F8E37798CB3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63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2A3DF-2AB9-0F1D-219E-83F899610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C1D14-03D4-66A1-3578-5D6A9A863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CA365-5E7D-3689-EAC3-1A7324674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625ED3-02E0-8925-F745-853C2A3C5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DEA1E3-63F5-A4D4-CA88-AC1CB17B1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B40452-0B6A-A2B7-01A2-7B2E02E06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6C85-28DA-4A92-A7B4-0A7AB266F5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52A618-B580-B5D5-C9F8-CFC024D76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241E9A-B691-EA01-7847-3AE72B04B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7058-E367-439B-A57B-F8E37798CB3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39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33DCB-73EF-F3CD-AC38-7F0FA9A06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00BCED-125E-CF09-D20D-1DE77073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6C85-28DA-4A92-A7B4-0A7AB266F5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7EA1B2-D033-BF4F-17DB-B87F9A6C2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52204-FB7A-B45B-263B-9113CEB6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7058-E367-439B-A57B-F8E37798CB3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93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57524-35B0-42E6-919C-1309366BD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6C85-28DA-4A92-A7B4-0A7AB266F5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BE79F-6787-C96A-0F6C-42E5722E5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C127C-2040-F68A-7BCC-23EBE2DD4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7058-E367-439B-A57B-F8E37798CB3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40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09F89-DDE6-2AC1-2EF1-48939C46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E271B-8FD3-003D-FA7B-290745C73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71C930-EE35-88B5-E4C8-6CA7086C2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5A2DD-4B7C-72F8-D52C-AAC6368BD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6C85-28DA-4A92-A7B4-0A7AB266F5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1A3FB-DDFF-1721-AC65-416BFDBA2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5B10A-05F0-4786-09F4-18257AED5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7058-E367-439B-A57B-F8E37798CB3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10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5343B-D940-CA3C-2AC8-1DA930F38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4F4A43-1394-2EEC-D0F3-4C003D757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DBFA6-5D7A-5188-A1D2-2EFAB2F05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67AF8-678E-94D6-FAFE-5D4CB331E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6C85-28DA-4A92-A7B4-0A7AB266F5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8D4C7-04E4-913E-34EE-A1AAFED3F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4FBF7-DC0A-0F4E-70FB-BFC3C111A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7058-E367-439B-A57B-F8E37798CB3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18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26389-BC85-7FF1-175B-5B048EB44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F0F0B-B931-1549-F261-B6A9F8964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8BA0F-59AA-6458-39BD-927C20C79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6C85-28DA-4A92-A7B4-0A7AB266F5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0E2FC-899A-2410-EB2C-2464DC173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6C004-0E89-611A-A16D-6AB516F4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7058-E367-439B-A57B-F8E37798CB3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3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7D109D-E436-02AF-17C7-9EA4626B0D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80D66-64BF-6EE3-5407-B595960EA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6B04B-3051-D8F8-6F8F-8EF01714E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6C85-28DA-4A92-A7B4-0A7AB266F5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93B56-1513-3377-88DB-6451C9CB7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7DCC4-33D9-3E4D-2D39-170610705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D7058-E367-439B-A57B-F8E37798CB3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14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C7C377-E18F-9329-4D29-B0E118B6D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EA584-1BF2-2576-6839-35FFED31B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16981-01EF-06C6-2699-2C41BF3AD9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C46C85-28DA-4A92-A7B4-0A7AB266F54D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E8A5B-632A-1CA5-7CE3-2782F09363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8067C-9B5D-0EAD-C95D-87E87A5B79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FD7058-E367-439B-A57B-F8E37798CB3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17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1C7A2DA-BBA1-B953-55EA-9A41E7E6FB2D}"/>
              </a:ext>
            </a:extLst>
          </p:cNvPr>
          <p:cNvSpPr/>
          <p:nvPr/>
        </p:nvSpPr>
        <p:spPr>
          <a:xfrm>
            <a:off x="0" y="1326687"/>
            <a:ext cx="12192000" cy="5549807"/>
          </a:xfrm>
          <a:prstGeom prst="rect">
            <a:avLst/>
          </a:prstGeom>
          <a:solidFill>
            <a:srgbClr val="CFCF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8E33F5-B9AC-EC98-34BD-615D8BC5580F}"/>
              </a:ext>
            </a:extLst>
          </p:cNvPr>
          <p:cNvCxnSpPr/>
          <p:nvPr/>
        </p:nvCxnSpPr>
        <p:spPr>
          <a:xfrm>
            <a:off x="840981" y="1615218"/>
            <a:ext cx="914400" cy="914400"/>
          </a:xfrm>
          <a:prstGeom prst="line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717AABA-7888-9BBD-1265-50E1F1F6B5EA}"/>
              </a:ext>
            </a:extLst>
          </p:cNvPr>
          <p:cNvSpPr/>
          <p:nvPr/>
        </p:nvSpPr>
        <p:spPr>
          <a:xfrm>
            <a:off x="0" y="1"/>
            <a:ext cx="12192000" cy="1370368"/>
          </a:xfrm>
          <a:prstGeom prst="rect">
            <a:avLst/>
          </a:prstGeom>
          <a:solidFill>
            <a:srgbClr val="4ECE9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815B08-F723-6AE5-AAD9-640F6E691BFD}"/>
              </a:ext>
            </a:extLst>
          </p:cNvPr>
          <p:cNvSpPr/>
          <p:nvPr/>
        </p:nvSpPr>
        <p:spPr>
          <a:xfrm>
            <a:off x="-1" y="1326687"/>
            <a:ext cx="1703479" cy="5531314"/>
          </a:xfrm>
          <a:prstGeom prst="rect">
            <a:avLst/>
          </a:prstGeom>
          <a:solidFill>
            <a:srgbClr val="4ECE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Navigation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7F9D32-5A42-87A8-5BAC-FF15150702C1}"/>
              </a:ext>
            </a:extLst>
          </p:cNvPr>
          <p:cNvSpPr txBox="1"/>
          <p:nvPr/>
        </p:nvSpPr>
        <p:spPr>
          <a:xfrm>
            <a:off x="2674504" y="-42445"/>
            <a:ext cx="4640696" cy="1200329"/>
          </a:xfrm>
          <a:prstGeom prst="rect">
            <a:avLst/>
          </a:prstGeom>
          <a:noFill/>
        </p:spPr>
        <p:txBody>
          <a:bodyPr wrap="square" lIns="91440" rtlCol="0">
            <a:spAutoFit/>
          </a:bodyPr>
          <a:lstStyle/>
          <a:p>
            <a:r>
              <a:rPr lang="de-DE" sz="7200" b="1" spc="3500" dirty="0">
                <a:ln w="28575">
                  <a:solidFill>
                    <a:schemeClr val="bg1"/>
                  </a:solidFill>
                </a:ln>
                <a:latin typeface="Arial Black" panose="020B0A04020102020204" pitchFamily="34" charset="0"/>
              </a:rPr>
              <a:t>IDAS</a:t>
            </a:r>
            <a:endParaRPr lang="en-US" sz="7200" b="1" spc="3500" dirty="0">
              <a:ln w="28575">
                <a:solidFill>
                  <a:schemeClr val="bg1"/>
                </a:solidFill>
              </a:ln>
              <a:latin typeface="Arial Black" panose="020B0A04020102020204" pitchFamily="34" charset="0"/>
            </a:endParaRPr>
          </a:p>
        </p:txBody>
      </p:sp>
      <p:pic>
        <p:nvPicPr>
          <p:cNvPr id="26" name="Graphic 25" descr="Heart with pulse with solid fill">
            <a:extLst>
              <a:ext uri="{FF2B5EF4-FFF2-40B4-BE49-F238E27FC236}">
                <a16:creationId xmlns:a16="http://schemas.microsoft.com/office/drawing/2014/main" id="{03A83CD0-C2D5-83CC-DFAE-F5F9607FE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5666" y="35436"/>
            <a:ext cx="1237319" cy="1237319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223B6A0-57E9-678D-37F9-6FF643BDE352}"/>
              </a:ext>
            </a:extLst>
          </p:cNvPr>
          <p:cNvSpPr/>
          <p:nvPr/>
        </p:nvSpPr>
        <p:spPr>
          <a:xfrm>
            <a:off x="2374039" y="1751659"/>
            <a:ext cx="9147399" cy="2222593"/>
          </a:xfrm>
          <a:prstGeom prst="rect">
            <a:avLst/>
          </a:prstGeom>
          <a:solidFill>
            <a:srgbClr val="4ECE91"/>
          </a:solidFill>
          <a:ln w="76200" cap="rnd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Dashboard 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DA5A2D-A252-84E6-136D-82D15F0D331B}"/>
              </a:ext>
            </a:extLst>
          </p:cNvPr>
          <p:cNvSpPr/>
          <p:nvPr/>
        </p:nvSpPr>
        <p:spPr>
          <a:xfrm>
            <a:off x="7030719" y="4181614"/>
            <a:ext cx="4490720" cy="2222593"/>
          </a:xfrm>
          <a:prstGeom prst="rect">
            <a:avLst/>
          </a:prstGeom>
          <a:solidFill>
            <a:srgbClr val="4ECE91"/>
          </a:solidFill>
          <a:ln w="76200" cap="rnd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Dashboard 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D1DAFB-7B19-B6D1-E85D-AB56BFD04B1C}"/>
              </a:ext>
            </a:extLst>
          </p:cNvPr>
          <p:cNvSpPr/>
          <p:nvPr/>
        </p:nvSpPr>
        <p:spPr>
          <a:xfrm>
            <a:off x="2374040" y="4181614"/>
            <a:ext cx="4490720" cy="2222593"/>
          </a:xfrm>
          <a:prstGeom prst="rect">
            <a:avLst/>
          </a:prstGeom>
          <a:solidFill>
            <a:srgbClr val="4ECE91"/>
          </a:solidFill>
          <a:ln w="76200" cap="rnd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Dashboard 3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A7A0E41-A7A4-87B3-8FA7-008752FB78FA}"/>
              </a:ext>
            </a:extLst>
          </p:cNvPr>
          <p:cNvSpPr txBox="1"/>
          <p:nvPr/>
        </p:nvSpPr>
        <p:spPr>
          <a:xfrm>
            <a:off x="2718940" y="917639"/>
            <a:ext cx="45962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ln>
                  <a:solidFill>
                    <a:schemeClr val="bg1"/>
                  </a:solidFill>
                </a:ln>
              </a:rPr>
              <a:t>Intelligent </a:t>
            </a:r>
            <a:r>
              <a:rPr lang="de-DE" sz="1600" b="1" dirty="0" err="1">
                <a:ln>
                  <a:solidFill>
                    <a:schemeClr val="bg1"/>
                  </a:solidFill>
                </a:ln>
              </a:rPr>
              <a:t>Doctor</a:t>
            </a:r>
            <a:r>
              <a:rPr lang="de-DE" sz="1600" b="1" dirty="0">
                <a:ln>
                  <a:solidFill>
                    <a:schemeClr val="bg1"/>
                  </a:solidFill>
                </a:ln>
              </a:rPr>
              <a:t> Appointment System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95864679-2D1E-F187-4B1E-3F1328DA3DB5}"/>
              </a:ext>
            </a:extLst>
          </p:cNvPr>
          <p:cNvSpPr/>
          <p:nvPr/>
        </p:nvSpPr>
        <p:spPr>
          <a:xfrm>
            <a:off x="11521439" y="396969"/>
            <a:ext cx="529978" cy="53441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88B3197-B886-48EB-BFCA-E910AF0847C6}"/>
              </a:ext>
            </a:extLst>
          </p:cNvPr>
          <p:cNvSpPr/>
          <p:nvPr/>
        </p:nvSpPr>
        <p:spPr>
          <a:xfrm>
            <a:off x="1703478" y="1280306"/>
            <a:ext cx="10488522" cy="9006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C666B75-B226-C970-404A-B862894D1F83}"/>
              </a:ext>
            </a:extLst>
          </p:cNvPr>
          <p:cNvSpPr/>
          <p:nvPr/>
        </p:nvSpPr>
        <p:spPr>
          <a:xfrm rot="5400000">
            <a:off x="-3488880" y="6555583"/>
            <a:ext cx="10488522" cy="9006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Benutzer mit einfarbiger Füllung">
            <a:extLst>
              <a:ext uri="{FF2B5EF4-FFF2-40B4-BE49-F238E27FC236}">
                <a16:creationId xmlns:a16="http://schemas.microsoft.com/office/drawing/2014/main" id="{6CF185BA-C969-1D79-4D84-352566FBB5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21439" y="372948"/>
            <a:ext cx="534412" cy="53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41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Breitbild</PresentationFormat>
  <Paragraphs>7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Bjarne Lippels</dc:creator>
  <cp:lastModifiedBy>Bjarne Lippels</cp:lastModifiedBy>
  <cp:revision>1</cp:revision>
  <dcterms:created xsi:type="dcterms:W3CDTF">2025-09-25T09:15:49Z</dcterms:created>
  <dcterms:modified xsi:type="dcterms:W3CDTF">2026-01-22T09:02:13Z</dcterms:modified>
</cp:coreProperties>
</file>